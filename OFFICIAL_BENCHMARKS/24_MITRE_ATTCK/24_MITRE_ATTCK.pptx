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2026-10-02T09:27:56.574513Z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adcdacd14247d8f2cd391be45ba058e22a14e601f6bca326e4b77efc1e57473b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2026-10-02T09:27:56.574513Z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