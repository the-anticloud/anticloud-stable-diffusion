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2026-10-02T09:27:53.993036Z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bcacc9d593ca3c0738f80c1620cb39f6b1e45465932d01f6332c7e3f16cb9853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2026-10-02T09:27:53.993036Z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