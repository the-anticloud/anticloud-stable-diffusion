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9144000" cy="51435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 b="1">
                <a:solidFill>
                  <a:srgbClr val="4FC3F7"/>
                </a:solidFill>
              </a:rPr>
              <a:t>15 Gdpr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CCCCEE"/>
                </a:solidFill>
              </a:rPr>
              <a:t>Lois-Kleinner Alpasan · Anticloud FZ LLE</a:t>
            </a:r>
          </a:p>
          <a:p>
            <a:r>
              <a:rPr sz="1000">
                <a:solidFill>
                  <a:srgbClr val="CCCCEE"/>
                </a:solidFill>
              </a:rPr>
              <a:t>PAX L5 Narrow L2 General 27B</a:t>
            </a:r>
          </a:p>
          <a:p>
            <a:r>
              <a:rPr sz="1000">
                <a:solidFill>
                  <a:srgbClr val="CCCCEE"/>
                </a:solidFill>
              </a:rPr>
              <a:t>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Details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Anticloud FZ LLE — PAX L5 Narrow L2 General 27B</a:t>
            </a:r>
          </a:p>
          <a:p>
            <a:r>
              <a:rPr sz="1000">
                <a:solidFill>
                  <a:srgbClr val="222222"/>
                </a:solidFill>
              </a:rPr>
              <a:t>  Run: 2026-10-02T09:27:54.988536Z | Framework ID: 15_GDPR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Standard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GDPR Art. 25 (Privacy by Design), Art. 32 (Security), Art. 35 (DPIA)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Result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PASS — Privacy by Design: all data stays local; Art. 32: AES-256-GCM; Art. 17 (Right to Erasure): forget() implemented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Score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COMPLIANT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Notes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SovereignMemory.forget() implements Art. 17; zero cloud egress satisfies Art. 44 (transfer restrictions)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Real Benchmark Numbers (Kaggle T4, loiskleinner/pax-benchmark-runner v3)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  Module | Key Metric | Value</a:t>
            </a:r>
          </a:p>
          <a:p>
            <a:r>
              <a:rPr sz="1000">
                <a:solidFill>
                  <a:srgbClr val="222222"/>
                </a:solidFill>
              </a:rPr>
              <a:t>  CRDT | lww_set_us | 0.51</a:t>
            </a:r>
          </a:p>
          <a:p>
            <a:r>
              <a:rPr sz="1000">
                <a:solidFill>
                  <a:srgbClr val="222222"/>
                </a:solidFill>
              </a:rPr>
              <a:t>  CRDT | merge_10k_ms | 0.07</a:t>
            </a:r>
          </a:p>
          <a:p>
            <a:r>
              <a:rPr sz="1000">
                <a:solidFill>
                  <a:srgbClr val="222222"/>
                </a:solidFill>
              </a:rPr>
              <a:t>  CRDT | convergence | GUARANTEED</a:t>
            </a:r>
          </a:p>
          <a:p>
            <a:r>
              <a:rPr sz="1000">
                <a:solidFill>
                  <a:srgbClr val="222222"/>
                </a:solidFill>
              </a:rPr>
              <a:t>  CryptographicProvenance | write_per_receipt_ms | 0.059</a:t>
            </a:r>
          </a:p>
          <a:p>
            <a:r>
              <a:rPr sz="1000">
                <a:solidFill>
                  <a:srgbClr val="222222"/>
                </a:solidFill>
              </a:rPr>
              <a:t>  CryptographicProvenance | verify_1k_chain_ms | 2.53</a:t>
            </a:r>
          </a:p>
          <a:p>
            <a:r>
              <a:rPr sz="1000">
                <a:solidFill>
                  <a:srgbClr val="222222"/>
                </a:solidFill>
              </a:rPr>
              <a:t>  ZeroTrustLocalMesh | ca_gen_ms | 367.5</a:t>
            </a:r>
          </a:p>
          <a:p>
            <a:r>
              <a:rPr sz="1000">
                <a:solidFill>
                  <a:srgbClr val="222222"/>
                </a:solidFill>
              </a:rPr>
              <a:t>  ZeroTrustLocalMesh | cert_issue_ms | 333.8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Environment Provenance (Preprioception)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  Field | Value</a:t>
            </a:r>
          </a:p>
          <a:p>
            <a:r>
              <a:rPr sz="1000">
                <a:solidFill>
                  <a:srgbClr val="222222"/>
                </a:solidFill>
              </a:rPr>
              <a:t>  Run ID | loiskleinner/pax-benchmark-runner v3</a:t>
            </a:r>
          </a:p>
          <a:p>
            <a:r>
              <a:rPr sz="1000">
                <a:solidFill>
                  <a:srgbClr val="222222"/>
                </a:solidFill>
              </a:rPr>
              <a:t>  Run Date | 2026-10-02</a:t>
            </a:r>
          </a:p>
          <a:p>
            <a:r>
              <a:rPr sz="1000">
                <a:solidFill>
                  <a:srgbClr val="222222"/>
                </a:solidFill>
              </a:rPr>
              <a:t>  Platform | Kaggle T4 x2 GPU, Ubuntu 22.04, Python 3.12</a:t>
            </a:r>
          </a:p>
          <a:p>
            <a:r>
              <a:rPr sz="1000">
                <a:solidFill>
                  <a:srgbClr val="222222"/>
                </a:solidFill>
              </a:rPr>
              <a:t>  GPU | NVIDIA Tesla T4 (2× 16 GB VRAM)</a:t>
            </a:r>
          </a:p>
          <a:p>
            <a:r>
              <a:rPr sz="1000">
                <a:solidFill>
                  <a:srgbClr val="222222"/>
                </a:solidFill>
              </a:rPr>
              <a:t>  CPU | Intel Xeon (2 vCPU, 13 GB RAM)</a:t>
            </a:r>
          </a:p>
          <a:p>
            <a:r>
              <a:rPr sz="1000">
                <a:solidFill>
                  <a:srgbClr val="222222"/>
                </a:solidFill>
              </a:rPr>
              <a:t>  Inference Temperature | N/A (code benchmarks, no LLM sampling)</a:t>
            </a:r>
          </a:p>
          <a:p>
            <a:r>
              <a:rPr sz="1000">
                <a:solidFill>
                  <a:srgbClr val="222222"/>
                </a:solidFill>
              </a:rPr>
              <a:t>  KV Cache | N/A (no LLM inference in this cell)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Cryptographic Integrity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  Field | Value</a:t>
            </a:r>
          </a:p>
          <a:p>
            <a:r>
              <a:rPr sz="1000">
                <a:solidFill>
                  <a:srgbClr val="222222"/>
                </a:solidFill>
              </a:rPr>
              <a:t>  SHA3-256 (content) | 843f35e34773c4e8f239a5c18b004a8c4c7b16b827d0c27488d4c51b8847a84d</a:t>
            </a:r>
          </a:p>
          <a:p>
            <a:r>
              <a:rPr sz="1000">
                <a:solidFill>
                  <a:srgbClr val="222222"/>
                </a:solidFill>
              </a:rPr>
              <a:t>  SHA3-256 (chain) | 908077e305ec421a6e0cd1b08f9fe0d814099261d4ea0ebf5146f1f9ac7d169d</a:t>
            </a:r>
          </a:p>
          <a:p>
            <a:r>
              <a:rPr sz="1000">
                <a:solidFill>
                  <a:srgbClr val="222222"/>
                </a:solidFill>
              </a:rPr>
              <a:t>  Timestamp UTC | 2026-10-02T09:27:54.988536Z</a:t>
            </a:r>
          </a:p>
          <a:p>
            <a:r>
              <a:rPr sz="1000">
                <a:solidFill>
                  <a:srgbClr val="222222"/>
                </a:solidFill>
              </a:rPr>
              <a:t>  Hash Algorithm | SHA3-256 (FIPS 202 compliant)</a:t>
            </a:r>
          </a:p>
          <a:p>
            <a:r>
              <a:rPr sz="1000">
                <a:solidFill>
                  <a:srgbClr val="222222"/>
                </a:solidFill>
              </a:rPr>
              <a:t>Anticloud FZ LLE · PAX L5 Narrow L2 General 27B · AIOSS Ledger Genesis: 8b4a8a4f6312dfbe885de8280716985637c163fd2a4b5590341d56db1cc4e560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